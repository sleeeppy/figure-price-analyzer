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·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같은 피규어인데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매장마다 가격이 다르다.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97280" y="3291840"/>
            <a:ext cx="4754880" cy="2377440"/>
          </a:xfrm>
          <a:prstGeom prst="roundRect">
            <a:avLst>
              <a:gd name="adj" fmla="val 6923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₩28,000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371600" y="5166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오프라인 매장 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291840"/>
            <a:ext cx="4754880" cy="2377440"/>
          </a:xfrm>
          <a:prstGeom prst="roundRect">
            <a:avLst>
              <a:gd name="adj" fmla="val 6923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39776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A4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₩31,000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675120" y="5166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오프라인 매장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REALITY ·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실상은 — 정가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₩20,000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MSRP — 제조사 발매 정가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5394960"/>
            <a:ext cx="7955280" cy="822960"/>
          </a:xfrm>
          <a:prstGeom prst="roundRect">
            <a:avLst>
              <a:gd name="adj" fmla="val 15556"/>
            </a:avLst>
          </a:prstGeom>
          <a:solidFill>
            <a:srgbClr val="181818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5394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매장에서 4 ~ 11천원씩 더 받는 피규어가 흔하다.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·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그래서 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개발한 시스템.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611880" cy="2194560"/>
          </a:xfrm>
          <a:prstGeom prst="roundRect">
            <a:avLst>
              <a:gd name="adj" fmla="val 666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사진 한 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스마트폰으로 찍은 사진을 업로드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3611880" cy="2194560"/>
          </a:xfrm>
          <a:prstGeom prst="roundRect">
            <a:avLst>
              <a:gd name="adj" fmla="val 666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4343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자동 식별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DINOv2 + 벡터 검색으로 12K DB 매칭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3657600"/>
            <a:ext cx="3611880" cy="2194560"/>
          </a:xfrm>
          <a:prstGeom prst="roundRect">
            <a:avLst>
              <a:gd name="adj" fmla="val 666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4343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정가 · 시세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4964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정가와 현재 파트너 호가를 한눈에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157984" cy="29260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 APP · PYSIDE6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피규어 사진 한 장  →  어떤 피규어인지  +  정가 · 시세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1463040" cy="54864"/>
          </a:xfrm>
          <a:prstGeom prst="rect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6309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김한결 / 20262296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프로젝트 소개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840480"/>
          </a:xfrm>
          <a:prstGeom prst="roundRect">
            <a:avLst>
              <a:gd name="adj" fmla="val 3810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2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문제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피규어를 들고 있거나 사진만 봤는데 이름·제조사·가격을 모를 때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구글 이미지 검색은 같은 캐릭터의 다른 스컬프트·스케일 구분이 약함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한국에선 시세를 한눈에 보기 어려움 — YJP / eBay / MFC 등 분산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86400" cy="3840480"/>
          </a:xfrm>
          <a:prstGeom prst="roundRect">
            <a:avLst>
              <a:gd name="adj" fmla="val 3810"/>
            </a:avLst>
          </a:prstGeom>
          <a:solidFill>
            <a:srgbClr val="181818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해결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사진 한 장 업로드 → 시각 임베딩으로 12,019개 figure DB와 매칭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정가 + 현재 파트너 스토어 호가 (JPY/USD → KRW 환산)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DB에 없으면 Gemini가 Google Search로 웹에서 식별 후 결과 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85216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121212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오프라인 + 로컬 전용 데스크톱 앱. 외부 서버 안 띄움.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데이터셋 &amp; 기술 스택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12,019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MFC 크롤 (1/7 · 1/8 외 다양)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8288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12,028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370832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70832" y="3154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DINOv2-Large · 1024-dim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8288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20,149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193024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PARTNER PRICES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93024" y="3154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실시간 파트너 호가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2761488" cy="2103120"/>
          </a:xfrm>
          <a:prstGeom prst="roundRect">
            <a:avLst>
              <a:gd name="adj" fmla="val 608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DINOv2-Large + rembg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MPS 가속 (Apple Silicon)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206240"/>
            <a:ext cx="2761488" cy="2103120"/>
          </a:xfrm>
          <a:prstGeom prst="roundRect">
            <a:avLst>
              <a:gd name="adj" fmla="val 608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84632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sqlite-vec (vec0)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557784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L2 = 코사인 거리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2761488" cy="2103120"/>
          </a:xfrm>
          <a:prstGeom prst="roundRect">
            <a:avLst>
              <a:gd name="adj" fmla="val 608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484632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3.1-flash-lite / 2.5-flash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557784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Google Search Grounding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4206240"/>
            <a:ext cx="2761488" cy="2103120"/>
          </a:xfrm>
          <a:prstGeom prst="roundRect">
            <a:avLst>
              <a:gd name="adj" fmla="val 608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0" y="484632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PySide6 + matplotlib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18320" y="557784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Spotify 다크 테마(DESIGN.md)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TREE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구현 구조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4572000"/>
          </a:xfrm>
          <a:prstGeom prst="roundRect">
            <a:avLst>
              <a:gd name="adj" fmla="val 3200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pic>
        <p:nvPicPr>
          <p:cNvPr id="5" name="Image 0" descr="/Users/sleeeppy/Desktop/figure-price-analyzer/.ppt_build/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72237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691640"/>
            <a:ext cx="3383280" cy="1024128"/>
          </a:xfrm>
          <a:prstGeom prst="roundRect">
            <a:avLst>
              <a:gd name="adj" fmla="val 10714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76488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76488" y="20756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-m gui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76488" y="23865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(또는 FigurePrice.command 더블클릭)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2807208"/>
            <a:ext cx="3383280" cy="1024128"/>
          </a:xfrm>
          <a:prstGeom prst="roundRect">
            <a:avLst>
              <a:gd name="adj" fmla="val 10714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76488" y="31912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Worker는 QThread로 분리.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76488" y="3502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UI가 절대 얼지 않음.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75320" y="3922776"/>
            <a:ext cx="3383280" cy="1024128"/>
          </a:xfrm>
          <a:prstGeom prst="roundRect">
            <a:avLst>
              <a:gd name="adj" fmla="val 10714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76488" y="4059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HTTP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76488" y="43068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 layer는 HTTP 없는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76488" y="4617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순수 파이썬 함수.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5038344"/>
            <a:ext cx="3383280" cy="1024128"/>
          </a:xfrm>
          <a:prstGeom prst="roundRect">
            <a:avLst>
              <a:gd name="adj" fmla="val 10714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76488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ONLY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76488" y="54223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 · React 전부 제거.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76488" y="5733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실행 파일은 결국 Python 하나.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프로그램 실행 흐름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사용자 사진 업로드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40864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40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249424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rembg: 배경 제거 → 흰 배경 합성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98648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07208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Multi-crop fanout (원본 + 4 변형)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56432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DINOv2-large CLS 토큰 × 5  (MPS)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14216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14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922776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sqlite-vec MATCH × 5  (top-30 each)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572000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572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480560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figure_id 별 min-distance 머지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38344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129784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129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5038344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선택: Gemini 재랭크 (top-K + 쿼리)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596128"/>
            <a:ext cx="7315200" cy="512064"/>
          </a:xfrm>
          <a:prstGeom prst="roundRect">
            <a:avLst>
              <a:gd name="adj" fmla="val 178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687568"/>
            <a:ext cx="329184" cy="329184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687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3000" y="5596128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카드 + 정가 + 파트너 호가 차트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169164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181818"/>
          </a:solidFill>
          <a:ln w="12700">
            <a:solidFill>
              <a:srgbClr val="539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9D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FALLBACK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5820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매칭 신뢰도가 낮을 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26060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+ Google Search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후보 3개 (이미지 + 메타 + 호가)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사용자가 힌트 텍스트로 재검색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343400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434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응답 시간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58200" y="4709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2~3초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58200" y="5257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첫 호출 시 모델 로드 ~45초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5760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6080760"/>
            <a:ext cx="164592" cy="164592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5989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72600" y="6080760"/>
            <a:ext cx="164592" cy="164592"/>
          </a:xfrm>
          <a:prstGeom prst="ellipse">
            <a:avLst/>
          </a:prstGeom>
          <a:solidFill>
            <a:srgbClr val="FFA42B"/>
          </a:solidFill>
          <a:ln w="12700">
            <a:solidFill>
              <a:srgbClr val="FFA4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0" y="5989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515600" y="6080760"/>
            <a:ext cx="164592" cy="164592"/>
          </a:xfrm>
          <a:prstGeom prst="ellipse">
            <a:avLst/>
          </a:prstGeom>
          <a:solidFill>
            <a:srgbClr val="F3727F"/>
          </a:solidFill>
          <a:ln w="12700">
            <a:solidFill>
              <a:srgbClr val="F372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44200" y="5989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데모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9966960" cy="4023360"/>
          </a:xfrm>
          <a:prstGeom prst="roundRect">
            <a:avLst>
              <a:gd name="adj" fmla="val 4545"/>
            </a:avLst>
          </a:prstGeom>
          <a:solidFill>
            <a:srgbClr val="181818"/>
          </a:solidFill>
          <a:ln w="25400">
            <a:solidFill>
              <a:srgbClr val="1ED76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550408" y="3520440"/>
            <a:ext cx="1097280" cy="1097280"/>
          </a:xfrm>
          <a:prstGeom prst="ellipse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0408" y="3520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12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 영상 자리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실제 시연 영상을 이 자리에 삽입합니다.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업로드 → DINOv2 매칭 → 가격 차트 → Gemini 폴백 → DB 추가 → 사진 확인 학습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RETROSPECTIVE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회고 &amp; 다음 단계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받은 부분 vs 직접 한 부분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9D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도움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초기 스캐폴딩 (FastAPI → 이후 폐기)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PySide6 위젯 보일러플레이트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B3B3B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디자인 시스템 → Qt QSS 변환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직접 작업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MFC HTML 셀렉터 실측 디버깅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Multi-crop test-time augmentation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 API 연결 (3.1 / 2.5)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 스키마 마이그레이션 (UNIQUE 제거)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한국어 폰트 매칭 (matplotlib)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920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어려웠던 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377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372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ISSUE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MFC 크롤 503/403 (rate limit) — 1초 폴라이트 페이스로 조정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한국 계정 무료티어 모델별 한도 다름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클로즈업 사진 정확도 — 풀바디 레퍼런스와 도메인 갭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PySide6 QThread worker GC 이슈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 layer 추출 시 의존성 정리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181818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920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시간이 더 있다면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21624" y="2377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D7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21624" y="269748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레퍼런스 multi-crop 인덱싱 (60K 벡터) — 클로즈업 정확도 ↑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CLIP 보조 점수 (DINOv2 + CLIP 하이브리드)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Yahoo Auctions JP / Mercari 낙찰가 추가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가격 변화 추적 그래프 (시계열 partner_prices)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모바일 앱 (iOS Catalyst)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7C7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FigurePrice  ·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FigurePrice</dc:title>
  <dc:subject>PptxGenJS Presentation</dc:subject>
  <dc:creator>PptxGenJS</dc:creator>
  <cp:lastModifiedBy>PptxGenJS</cp:lastModifiedBy>
  <cp:revision>1</cp:revision>
  <dcterms:created xsi:type="dcterms:W3CDTF">2026-05-27T05:31:19Z</dcterms:created>
  <dcterms:modified xsi:type="dcterms:W3CDTF">2026-05-27T05:31:19Z</dcterms:modified>
</cp:coreProperties>
</file>